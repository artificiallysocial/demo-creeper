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256032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256032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05088" y="182880"/>
            <a:ext cx="256032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182880"/>
            <a:ext cx="0" cy="256032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960620"/>
            <a:ext cx="256032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4704588"/>
            <a:ext cx="0" cy="256032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05088" y="4960620"/>
            <a:ext cx="256032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0" y="4704588"/>
            <a:ext cx="0" cy="256032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pic>
        <p:nvPicPr>
          <p:cNvPr id="10" name="Image 0" descr="/Users/brent/code/demo-creeper/assets/repo-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502920"/>
            <a:ext cx="3566160" cy="35661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868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500" kern="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WE BUILT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11887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CREEPER</a:t>
            </a:r>
            <a:endParaRPr lang="en-US" sz="6400" dirty="0"/>
          </a:p>
        </p:txBody>
      </p:sp>
      <p:sp>
        <p:nvSpPr>
          <p:cNvPr id="13" name="Text 10"/>
          <p:cNvSpPr/>
          <p:nvPr/>
        </p:nvSpPr>
        <p:spPr>
          <a:xfrm>
            <a:off x="502920" y="21488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502920" y="29443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Lot of AI Help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02920" y="3401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totally normal app, built with totally normal tools.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solidFill>
            <a:srgbClr val="0D1F0D"/>
          </a:solidFill>
          <a:ln w="12700">
            <a:solidFill>
              <a:srgbClr val="0D1F0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[ 6 AI TOOLS  ·  0 HUMANS WRITING CODE  ·  1 VERY WEIRD APP 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228600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22860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228600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182880"/>
            <a:ext cx="0" cy="22860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960620"/>
            <a:ext cx="228600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4732020"/>
            <a:ext cx="0" cy="22860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960620"/>
            <a:ext cx="228600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0" y="4732020"/>
            <a:ext cx="0" cy="22860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36576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0C20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0" dirty="0"/>
          </a:p>
        </p:txBody>
      </p:sp>
      <p:sp>
        <p:nvSpPr>
          <p:cNvPr id="11" name="Shape 9"/>
          <p:cNvSpPr/>
          <p:nvPr/>
        </p:nvSpPr>
        <p:spPr>
          <a:xfrm>
            <a:off x="384048" y="594360"/>
            <a:ext cx="64008" cy="397764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621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01 / 06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91440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ELEVENLABS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94360" y="1417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Synthesis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18288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all 4 audio assets using a custom AI voice model.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242316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is a first-class UX decision — not an afterthought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was the creative brief: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"...like the AI is into some sick stuff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want to know about."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recording studio, no voice actor, no problem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228600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22860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228600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182880"/>
            <a:ext cx="0" cy="22860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960620"/>
            <a:ext cx="228600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4732020"/>
            <a:ext cx="0" cy="22860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960620"/>
            <a:ext cx="228600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0" y="4732020"/>
            <a:ext cx="0" cy="22860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36576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0C20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0" dirty="0"/>
          </a:p>
        </p:txBody>
      </p:sp>
      <p:sp>
        <p:nvSpPr>
          <p:cNvPr id="11" name="Shape 9"/>
          <p:cNvSpPr/>
          <p:nvPr/>
        </p:nvSpPr>
        <p:spPr>
          <a:xfrm>
            <a:off x="384048" y="594360"/>
            <a:ext cx="64008" cy="397764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621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02 / 06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91440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HIDOCK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94360" y="1417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Session Recorder + Transcriber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18288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the design session with voice narration → auto-transcribed → structured text.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242316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out loud is a valid design tool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rambling voice memo into AI-ready input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transcript became the hand-off document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228600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22860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228600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182880"/>
            <a:ext cx="0" cy="22860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960620"/>
            <a:ext cx="228600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4732020"/>
            <a:ext cx="0" cy="22860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960620"/>
            <a:ext cx="228600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0" y="4732020"/>
            <a:ext cx="0" cy="22860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36576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0C20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0" dirty="0"/>
          </a:p>
        </p:txBody>
      </p:sp>
      <p:sp>
        <p:nvSpPr>
          <p:cNvPr id="11" name="Shape 9"/>
          <p:cNvSpPr/>
          <p:nvPr/>
        </p:nvSpPr>
        <p:spPr>
          <a:xfrm>
            <a:off x="384048" y="594360"/>
            <a:ext cx="64008" cy="397764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621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03 / 06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91440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94360" y="1417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18288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the HiDock transcript and produced a full structured development plan.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242316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modules, interfaces, threading model, state machine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architect — not just a code monkey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first made generation reliable downstream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228600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22860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228600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182880"/>
            <a:ext cx="0" cy="22860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960620"/>
            <a:ext cx="228600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4732020"/>
            <a:ext cx="0" cy="22860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960620"/>
            <a:ext cx="228600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0" y="4732020"/>
            <a:ext cx="0" cy="22860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36576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0C20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0" dirty="0"/>
          </a:p>
        </p:txBody>
      </p:sp>
      <p:sp>
        <p:nvSpPr>
          <p:cNvPr id="11" name="Shape 9"/>
          <p:cNvSpPr/>
          <p:nvPr/>
        </p:nvSpPr>
        <p:spPr>
          <a:xfrm>
            <a:off x="384048" y="594360"/>
            <a:ext cx="64008" cy="397764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621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04 / 06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9144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MINIMAX M2.5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94360" y="1874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Generator (free tier)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2860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the bulk of the application from Claude's plan.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288036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major modules: detector, overlay, audio, pixelator, config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terminal agent + free model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made the generation reliable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228600" cy="0"/>
          </a:xfrm>
          <a:prstGeom prst="line">
            <a:avLst/>
          </a:prstGeom>
          <a:noFill/>
          <a:ln w="25400">
            <a:solidFill>
              <a:srgbClr val="FF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228600"/>
          </a:xfrm>
          <a:prstGeom prst="line">
            <a:avLst/>
          </a:prstGeom>
          <a:noFill/>
          <a:ln w="25400">
            <a:solidFill>
              <a:srgbClr val="FF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228600" cy="0"/>
          </a:xfrm>
          <a:prstGeom prst="line">
            <a:avLst/>
          </a:prstGeom>
          <a:noFill/>
          <a:ln w="25400">
            <a:solidFill>
              <a:srgbClr val="FF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182880"/>
            <a:ext cx="0" cy="228600"/>
          </a:xfrm>
          <a:prstGeom prst="line">
            <a:avLst/>
          </a:prstGeom>
          <a:noFill/>
          <a:ln w="25400">
            <a:solidFill>
              <a:srgbClr val="FF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960620"/>
            <a:ext cx="228600" cy="0"/>
          </a:xfrm>
          <a:prstGeom prst="line">
            <a:avLst/>
          </a:prstGeom>
          <a:noFill/>
          <a:ln w="25400">
            <a:solidFill>
              <a:srgbClr val="FF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4732020"/>
            <a:ext cx="0" cy="228600"/>
          </a:xfrm>
          <a:prstGeom prst="line">
            <a:avLst/>
          </a:prstGeom>
          <a:noFill/>
          <a:ln w="25400">
            <a:solidFill>
              <a:srgbClr val="FF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960620"/>
            <a:ext cx="228600" cy="0"/>
          </a:xfrm>
          <a:prstGeom prst="line">
            <a:avLst/>
          </a:prstGeom>
          <a:noFill/>
          <a:ln w="25400">
            <a:solidFill>
              <a:srgbClr val="FF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0" y="4732020"/>
            <a:ext cx="0" cy="228600"/>
          </a:xfrm>
          <a:prstGeom prst="line">
            <a:avLst/>
          </a:prstGeom>
          <a:noFill/>
          <a:ln w="25400">
            <a:solidFill>
              <a:srgbClr val="FF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36576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0C20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0" dirty="0"/>
          </a:p>
        </p:txBody>
      </p:sp>
      <p:sp>
        <p:nvSpPr>
          <p:cNvPr id="11" name="Shape 9"/>
          <p:cNvSpPr/>
          <p:nvPr/>
        </p:nvSpPr>
        <p:spPr>
          <a:xfrm>
            <a:off x="384048" y="594360"/>
            <a:ext cx="64008" cy="3977640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621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05 / 06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91440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94360" y="1417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QA Engineer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18288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the MiniMax-generated codebase, caught bugs, resolved final issues.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242316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reviewing AI-written code — the circle of life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final mile to get the app working end-to-end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loop: just barely enough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228600" cy="0"/>
          </a:xfrm>
          <a:prstGeom prst="line">
            <a:avLst/>
          </a:prstGeom>
          <a:noFill/>
          <a:ln w="25400">
            <a:solidFill>
              <a:srgbClr val="FF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228600"/>
          </a:xfrm>
          <a:prstGeom prst="line">
            <a:avLst/>
          </a:prstGeom>
          <a:noFill/>
          <a:ln w="25400">
            <a:solidFill>
              <a:srgbClr val="FF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228600" cy="0"/>
          </a:xfrm>
          <a:prstGeom prst="line">
            <a:avLst/>
          </a:prstGeom>
          <a:noFill/>
          <a:ln w="25400">
            <a:solidFill>
              <a:srgbClr val="FF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182880"/>
            <a:ext cx="0" cy="228600"/>
          </a:xfrm>
          <a:prstGeom prst="line">
            <a:avLst/>
          </a:prstGeom>
          <a:noFill/>
          <a:ln w="25400">
            <a:solidFill>
              <a:srgbClr val="FF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960620"/>
            <a:ext cx="228600" cy="0"/>
          </a:xfrm>
          <a:prstGeom prst="line">
            <a:avLst/>
          </a:prstGeom>
          <a:noFill/>
          <a:ln w="25400">
            <a:solidFill>
              <a:srgbClr val="FF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4732020"/>
            <a:ext cx="0" cy="228600"/>
          </a:xfrm>
          <a:prstGeom prst="line">
            <a:avLst/>
          </a:prstGeom>
          <a:noFill/>
          <a:ln w="25400">
            <a:solidFill>
              <a:srgbClr val="FF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960620"/>
            <a:ext cx="228600" cy="0"/>
          </a:xfrm>
          <a:prstGeom prst="line">
            <a:avLst/>
          </a:prstGeom>
          <a:noFill/>
          <a:ln w="25400">
            <a:solidFill>
              <a:srgbClr val="FF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0" y="4732020"/>
            <a:ext cx="0" cy="228600"/>
          </a:xfrm>
          <a:prstGeom prst="line">
            <a:avLst/>
          </a:prstGeom>
          <a:noFill/>
          <a:ln w="25400">
            <a:solidFill>
              <a:srgbClr val="FF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36576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0C20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0" dirty="0"/>
          </a:p>
        </p:txBody>
      </p:sp>
      <p:sp>
        <p:nvSpPr>
          <p:cNvPr id="11" name="Shape 9"/>
          <p:cNvSpPr/>
          <p:nvPr/>
        </p:nvSpPr>
        <p:spPr>
          <a:xfrm>
            <a:off x="384048" y="594360"/>
            <a:ext cx="64008" cy="3977640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621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06 / 06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91440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NUDENET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94360" y="1417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Model That Makes CREEPER... CREEPER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18288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AGPL-3.0 open-source body detection. ~7MB ONNX. Runs entirely on CPU.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242316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on the shoulders of open source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body parts in real time on a MacBook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AGPL-3.0 — free to use, free to be weird with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CREEPER v1.0 — How We Built It</dc:title>
  <dc:subject>PptxGenJS Presentation</dc:subject>
  <dc:creator>PptxGenJS</dc:creator>
  <cp:lastModifiedBy>PptxGenJS</cp:lastModifiedBy>
  <cp:revision>1</cp:revision>
  <dcterms:created xsi:type="dcterms:W3CDTF">2026-03-28T18:52:21Z</dcterms:created>
  <dcterms:modified xsi:type="dcterms:W3CDTF">2026-03-28T18:52:21Z</dcterms:modified>
</cp:coreProperties>
</file>